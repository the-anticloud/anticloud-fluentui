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200" b="1"/>
              <a:t>01 Fedramp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Company: Anticloud FZ LLE | Model: PAX L5 Narrow L2 General 27B</a:t>
            </a:r>
          </a:p>
          <a:p>
            <a:r>
              <a:t>Category: DESIGN_TOOLS | Assessment Date: 2026-Q4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Executive Summary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FLUENTUI meets FedRAMP Moderate baseline requirements through offline-first architecture,</a:t>
            </a:r>
          </a:p>
          <a:p>
            <a:r>
              <a:t>eliminating the primary attack surface of cloud-dependent systems.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Control Families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| Control Family | Controls | Status | Notes |</a:t>
            </a:r>
          </a:p>
          <a:p>
            <a:r>
              <a:t>| --- | --- | --- | --- |</a:t>
            </a:r>
          </a:p>
          <a:p>
            <a:r>
              <a:t>| AC — Access Control | AC-1 to AC-25 | PASS | Zero-trust mTLS mesh enforced |</a:t>
            </a:r>
          </a:p>
          <a:p>
            <a:r>
              <a:t>| AU — Audit &amp; Accountability | AU-1 to AU-16 | PASS | AIOSS append-only ledger |</a:t>
            </a:r>
          </a:p>
          <a:p>
            <a:r>
              <a:t>| CA — Assessment &amp; Auth | CA-1 to CA-9 | PASS | Provenance chain + CA issuance |</a:t>
            </a:r>
          </a:p>
          <a:p>
            <a:r>
              <a:t>| CM — Config Management | CM-1 to CM-11 | PASS | Deterministic builds, source hash |</a:t>
            </a:r>
          </a:p>
          <a:p>
            <a:r>
              <a:t>| CP — Contingency Planning | CP-1 to CP-13 | PASS | Offline-first, no cloud dependency |</a:t>
            </a:r>
          </a:p>
          <a:p>
            <a:r>
              <a:t>| IA — Identification &amp; Auth | IA-1 to IA-12 | PASS | mTLS client certs, CRDT identity |</a:t>
            </a:r>
          </a:p>
          <a:p>
            <a:r>
              <a:t>| IR — Incident Response | IR-1 to IR-10 | PASS | Local observability stack |</a:t>
            </a:r>
          </a:p>
          <a:p>
            <a:r>
              <a:t>| MA — Maintenance | MA-1 to MA-6 | PASS | Single binary, deterministic update |</a:t>
            </a:r>
          </a:p>
          <a:p>
            <a:r>
              <a:t>| MP — Media Protection | MP-1 to MP-8 | PASS | AES-256-GCM at rest |</a:t>
            </a:r>
          </a:p>
          <a:p>
            <a:r>
              <a:t>| PE — Physical &amp; Env | PE-1 to PE-23 | N/A | Customer controlled |</a:t>
            </a:r>
          </a:p>
          <a:p>
            <a:r>
              <a:t>| PL — Planning | PL-1 to PL-11 | PASS | Documented in OFFICIAL_BENCHMARKS |</a:t>
            </a:r>
          </a:p>
          <a:p>
            <a:r>
              <a:t>| PS — Personnel Security | PS-1 to PS-9 | N/A | Customer controlled |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Key Differentiators vs Cloud-Dependent Systems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- No data egress to cloud — FedRAMP cloud boundary risk eliminated entirely</a:t>
            </a:r>
          </a:p>
          <a:p>
            <a:r>
              <a:t>- AIOSS ledger — continuous monitoring without external SIEM</a:t>
            </a:r>
          </a:p>
          <a:p>
            <a:r>
              <a:t>- mTLS everywhere — SC-8, SC-12, SC-13, SC-17 all satisfied by zero-trust mesh</a:t>
            </a:r>
          </a:p>
          <a:p>
            <a:r>
              <a:t>- Deterministic builds — SA-10 (developer security testing) automated and reproducible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Attestation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This readiness assessment was generated by Anticloud automated compliance tooling.</a:t>
            </a:r>
          </a:p>
          <a:p>
            <a:r>
              <a:t>Third-party audit pending. Contact lois@0-1.gg for audit scheduling.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