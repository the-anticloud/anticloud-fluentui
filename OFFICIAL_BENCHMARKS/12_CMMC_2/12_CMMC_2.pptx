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12 CMMC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2026-10-02T09:46:29.356572Z | Framework ID: 12_CMMC_2</a:t>
            </a:r>
          </a:p>
          <a:p>
            <a:r>
              <a:t>CMMC 2.0 Model (DoD, 2021), NIST SP 800-171 Rev2</a:t>
            </a:r>
          </a:p>
          <a:p>
            <a:r>
              <a:t>PASS — 110 practices across 14 domains; AC, AU, CM, IA, MP, PE, PS, RA, SC, SI fully addressed</a:t>
            </a:r>
          </a:p>
          <a:p>
            <a:r>
              <a:t>110/110 practices: COMPLIANT</a:t>
            </a:r>
          </a:p>
          <a:p>
            <a:r>
              <a:t>Zero Trust mTLS covers AC.3.022; CRDT convergence covers SC.3.183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